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 idea: clearance is normally painful and slow; we make it simple. Keep it short — the screenshots do the selling.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pain so the solution feels valuable. Most people underestimate how many separate rights a single project touches.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pitch in one line. Pause here before showing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simplicity slide. Three steps, and the human only does step 3 — 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workspace. The right side literally tells the producer what to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wow. AI drafts the outreach, reads the reply, and recommends the next move; the human approves.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Music is the hardest clearance of all. We auto-research it and can delegate just this part to a music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outcomes Mara cares about: speed, fewer mistakes, less legal cost, and a clean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then switch to the live app and walk the real flow side-by-side.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Clearance,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simple.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contracts, the outreach, and the back-and-forth. You just approve.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8595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pPr indent="0" marL="0">
              <a:buNone/>
            </a:pPr>
            <a:r>
              <a:rPr lang="en-US" sz="18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clears it</a:t>
            </a:r>
            <a:pPr indent="0" marL="0">
              <a:buNone/>
            </a:pPr>
            <a:r>
              <a:rPr lang="en-US" sz="18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content cleared is brutal.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means chasing rights — one by 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3063240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25880" y="2788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rights holders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32644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publishers, performers, venues — each one separate.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42232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4690872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25880" y="441655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for every single one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892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Drafted, sent, chased, signed. Repeat.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769864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14400" y="6318504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604418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email back-and-forth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65196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Follow-ups, counters, and dead ends.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7397496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4400" y="7946136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25880" y="767181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one waiver — everything stalls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81473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gap can hold up the whole release.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sides of the deal.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58521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intake the project. Labels issue the waiver. One system, one AI — drafted, negotiated, and tracked to signed.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That's the whole thing.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675120" cy="1965960"/>
          </a:xfrm>
          <a:prstGeom prst="roundRect">
            <a:avLst>
              <a:gd name="adj" fmla="val 3721"/>
            </a:avLst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3200400"/>
            <a:ext cx="914400" cy="91440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30815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project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0312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about it once — any project, from live music to a feature film — and we build the full checklist.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6675120" cy="1965960"/>
          </a:xfrm>
          <a:prstGeom prst="roundRect">
            <a:avLst>
              <a:gd name="adj" fmla="val 3721"/>
            </a:avLst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5349240"/>
            <a:ext cx="914400" cy="91440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5349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03120" y="5230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&amp; negotiates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103120" y="5806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agreement and outreach email is written for you. AI even handles the replies.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995160"/>
            <a:ext cx="6675120" cy="1965960"/>
          </a:xfrm>
          <a:prstGeom prst="roundRect">
            <a:avLst>
              <a:gd name="adj" fmla="val 3721"/>
            </a:avLst>
          </a:prstGeom>
          <a:solidFill>
            <a:srgbClr val="E9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4400" y="7498080"/>
            <a:ext cx="914400" cy="91440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7498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103120" y="73792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— it's cleared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103120" y="7955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recommendation, click approve, and watch it track all the way to done.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3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one place.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84632" y="3919665"/>
            <a:ext cx="6803136" cy="2584831"/>
          </a:xfrm>
          <a:prstGeom prst="roundRect">
            <a:avLst>
              <a:gd name="adj" fmla="val 21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lp_deck/shots/act3_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83673"/>
            <a:ext cx="6675120" cy="24568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714808"/>
            <a:ext cx="6675120" cy="1143000"/>
          </a:xfrm>
          <a:prstGeom prst="roundRect">
            <a:avLst>
              <a:gd name="adj" fmla="val 6400"/>
            </a:avLst>
          </a:prstGeom>
          <a:solidFill>
            <a:srgbClr val="0D3B6E"/>
          </a:solidFill>
          <a:ln/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6714808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—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progress, every clearance, and the exact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3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does the hard part.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84632" y="2495362"/>
            <a:ext cx="6803136" cy="5433436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lp_deck/shots/act4_negot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59370"/>
            <a:ext cx="6675120" cy="53054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8139110"/>
            <a:ext cx="6675120" cy="1143000"/>
          </a:xfrm>
          <a:prstGeom prst="roundRect">
            <a:avLst>
              <a:gd name="adj" fmla="val 6400"/>
            </a:avLst>
          </a:prstGeom>
          <a:solidFill>
            <a:srgbClr val="0D3B6E"/>
          </a:solidFill>
          <a:ln/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813911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and negotiates —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agreement and the emails. You just approve.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3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music is handled.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84632" y="2969387"/>
            <a:ext cx="6803136" cy="4485386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lp_deck/shots/act6_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33395"/>
            <a:ext cx="6675120" cy="43573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7665085"/>
            <a:ext cx="6675120" cy="1143000"/>
          </a:xfrm>
          <a:prstGeom prst="roundRect">
            <a:avLst>
              <a:gd name="adj" fmla="val 6400"/>
            </a:avLst>
          </a:prstGeom>
          <a:solidFill>
            <a:srgbClr val="0D3B6E"/>
          </a:solidFill>
          <a:ln/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7665085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messiest part — songs, writers &amp; publishers auto-researched, handed to a specialist, or cleared by the label's own waiver.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means for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177540" cy="2743200"/>
          </a:xfrm>
          <a:prstGeom prst="roundRect">
            <a:avLst>
              <a:gd name="adj" fmla="val 2667"/>
            </a:avLst>
          </a:prstGeom>
          <a:solidFill>
            <a:srgbClr val="E9F6EF"/>
          </a:solidFill>
          <a:ln w="12700">
            <a:solidFill>
              <a:srgbClr val="CDEBD9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743200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7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→ days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2446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Clearances move in parallel, not one slow email at a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46220" y="2331720"/>
            <a:ext cx="3177540" cy="2743200"/>
          </a:xfrm>
          <a:prstGeom prst="roundRect">
            <a:avLst>
              <a:gd name="adj" fmla="val 2667"/>
            </a:avLst>
          </a:prstGeom>
          <a:solidFill>
            <a:srgbClr val="E9F6EF"/>
          </a:solidFill>
          <a:ln w="12700">
            <a:solidFill>
              <a:srgbClr val="CDEBD9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11980" y="2743200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7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missed rights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11980" y="3703320"/>
            <a:ext cx="2446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checklist means nothing slips through.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3177540" cy="2743200"/>
          </a:xfrm>
          <a:prstGeom prst="roundRect">
            <a:avLst>
              <a:gd name="adj" fmla="val 2667"/>
            </a:avLst>
          </a:prstGeom>
          <a:solidFill>
            <a:srgbClr val="E9F6EF"/>
          </a:solidFill>
          <a:ln w="12700">
            <a:solidFill>
              <a:srgbClr val="CDEBD9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5806440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7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legal drafting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6766560"/>
            <a:ext cx="2446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and outreach are written for you.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46220" y="5394960"/>
            <a:ext cx="3177540" cy="2743200"/>
          </a:xfrm>
          <a:prstGeom prst="roundRect">
            <a:avLst>
              <a:gd name="adj" fmla="val 2667"/>
            </a:avLst>
          </a:prstGeom>
          <a:solidFill>
            <a:srgbClr val="E9F6EF"/>
          </a:solidFill>
          <a:ln w="12700">
            <a:solidFill>
              <a:srgbClr val="CDEBD9"/>
            </a:solidFill>
            <a:prstDash val="solid"/>
          </a:ln>
          <a:effectLst>
            <a:outerShdw sx="100000" sy="100000" kx="0" ky="0" algn="bl" rotWithShape="0" blurRad="127000" dist="38100" dir="5400000">
              <a:srgbClr val="0A2A4E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411980" y="5806440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7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11980" y="6766560"/>
            <a:ext cx="2446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waiver, and document — the proof labels and platforms require.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</a:t>
            </a:r>
            <a:pPr algn="ctr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44805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Clearance, made simple.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5778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live in production. Let's walk through it — starting with a major label.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Cleared.live</dc:title>
  <dc:subject>PptxGenJS Presentation</dc:subject>
  <dc:creator>Cleared.live</dc:creator>
  <cp:lastModifiedBy>Cleared.live</cp:lastModifiedBy>
  <cp:revision>1</cp:revision>
  <dcterms:created xsi:type="dcterms:W3CDTF">2026-06-22T23:22:39Z</dcterms:created>
  <dcterms:modified xsi:type="dcterms:W3CDTF">2026-06-22T23:22:39Z</dcterms:modified>
</cp:coreProperties>
</file>